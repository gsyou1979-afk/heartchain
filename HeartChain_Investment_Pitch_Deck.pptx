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사용자 수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A89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초기(6개월)</c:v>
                  </c:pt>
                  <c:pt idx="1">
                    <c:v>확장(1년)</c:v>
                  </c:pt>
                  <c:pt idx="2">
                    <c:v>성숙(2년)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20000</c:v>
                </c:pt>
                <c:pt idx="1">
                  <c:v>200000</c:v>
                </c:pt>
                <c:pt idx="2">
                  <c:v>2000000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20000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HeartChain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자원봉사자의 삶을 바꾸는 블록체인 플랫폼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Pitch Deck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2920"/>
            <a:ext cx="73152" cy="5486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572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제기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자원봉사자들의 불합리한 현실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23774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463040" y="219456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💰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914400" y="28346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</a:rPr>
              <a:t>낮은 소득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20040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자원봉사자는무보수 활동으로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생계 위협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74720" y="2011680"/>
            <a:ext cx="23774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206240" y="219456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🎓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657600" y="28346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</a:rPr>
              <a:t>대학생의 고충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657600" y="320040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졸업 요건(수십 시간)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충족해야 하나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보상 없음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2011680"/>
            <a:ext cx="23774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949440" y="219456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🤔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400800" y="28346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</a:rPr>
              <a:t>신뢰 부족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0" y="320040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공익 분야의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변조 가능성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우려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2920"/>
            <a:ext cx="73152" cy="5486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572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솔루션: HeartChain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블록체인 기반 자원봉사 기록 및 보상 플랫폼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097280" y="2011680"/>
            <a:ext cx="731520" cy="7315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011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봉사활동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완전 기록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시간/장소/이벤트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블록체인 저장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920240" y="2377440"/>
            <a:ext cx="640080" cy="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200400" y="2011680"/>
            <a:ext cx="731520" cy="7315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2011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560320" y="29260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대학 지분 교환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사용자 확보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560320" y="36576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단체 일괄 획득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지수적 성장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023360" y="2377440"/>
            <a:ext cx="640080" cy="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303520" y="2011680"/>
            <a:ext cx="731520" cy="7315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0" y="2011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663440" y="29260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트래픽 기반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광고 수익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663440" y="36576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로컬 광고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타겟 광고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26480" y="2377440"/>
            <a:ext cx="640080" cy="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406640" y="2011680"/>
            <a:ext cx="731520" cy="7315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06640" y="2011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4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766560" y="29260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지분 가치 상승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엑시트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766560" y="36576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Pi 코인 모델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장기 축적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2920"/>
            <a:ext cx="73152" cy="5486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572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비즈니스 모델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25603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280160" y="20116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📺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26517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93B"/>
                </a:solidFill>
              </a:rPr>
              <a:t>광고 수익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320040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트래픽 즉시 수익화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로컬 광고 + 타겟 광고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4297680"/>
            <a:ext cx="2560320" cy="2743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2976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50%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00400" y="1828800"/>
            <a:ext cx="2560320" cy="2743200"/>
          </a:xfrm>
          <a:prstGeom prst="rect">
            <a:avLst/>
          </a:prstGeom>
          <a:solidFill>
            <a:srgbClr val="028090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023360" y="20116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📋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383280" y="26517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작업 게시 수수료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383280" y="320040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0F7F4"/>
                </a:solidFill>
              </a:rPr>
              <a:t>봉사자 대상 구인/과외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E0F7F4"/>
                </a:solidFill>
              </a:rPr>
              <a:t>게시 수수료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200400" y="4297680"/>
            <a:ext cx="2560320" cy="2743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0" y="42976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30%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943600" y="1828800"/>
            <a:ext cx="25603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66560" y="20116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📈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126480" y="26517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93B"/>
                </a:solidFill>
              </a:rPr>
              <a:t>지분 가치 상승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126480" y="320040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사용자 확보 후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엑시트 (Pi 모델)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943600" y="4297680"/>
            <a:ext cx="2560320" cy="2743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0" y="42976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20%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2920"/>
            <a:ext cx="73152" cy="5486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572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시장 기회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645920"/>
          <a:ext cx="50292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1645920"/>
            <a:ext cx="2743200" cy="822960"/>
          </a:xfrm>
          <a:prstGeom prst="rect">
            <a:avLst/>
          </a:prstGeom>
          <a:solidFill>
            <a:srgbClr val="02809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0" y="1691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5개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5943600" y="20116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초기 대학 제휴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943600" y="2651760"/>
            <a:ext cx="2743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43600" y="2697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8090"/>
                </a:solidFill>
              </a:rPr>
              <a:t>2만명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5943600" y="3017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단일 도시 사용자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943600" y="3657600"/>
            <a:ext cx="2743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43600" y="3703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8090"/>
                </a:solidFill>
              </a:rPr>
              <a:t>전 세계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5943600" y="40233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확장 목표 시장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2920"/>
            <a:ext cx="73152" cy="5486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572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고객 획득 전략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대학과의 전략적 파트너십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554480" y="2103120"/>
            <a:ext cx="640080" cy="64008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5448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</a:rPr>
              <a:t>지분 제공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29184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대학에 지분 제공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기존 회원 풀 공유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97680" y="2103120"/>
            <a:ext cx="640080" cy="64008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474720" y="29260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</a:rPr>
              <a:t>무료 서비스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657600" y="329184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대학은 돈 안 받음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인증서만 제공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040880" y="2103120"/>
            <a:ext cx="640080" cy="64008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217920" y="29260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</a:rPr>
              <a:t>사회적 명분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0" y="329184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봉사 장려, 선행 장려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사회적 승인 용이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solidFill>
            <a:srgbClr val="FFF7ED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4348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✓ 이미 학교장들과 긍정적 대화 완료 - 인증서 제공만으로 충분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2920"/>
            <a:ext cx="73152" cy="5486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572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 스택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182880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E023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0116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0234E"/>
                </a:solidFill>
              </a:rPr>
              <a:t>NestJS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2560320"/>
            <a:ext cx="1463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Backend API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Port 3000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0" y="1828800"/>
            <a:ext cx="182880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DC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0" y="20116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C82"/>
                </a:solidFill>
              </a:rPr>
              <a:t>Nuxt 3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926080" y="2560320"/>
            <a:ext cx="1463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Frontend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Port 3001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828800"/>
            <a:ext cx="182880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33679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20116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36791"/>
                </a:solidFill>
              </a:rPr>
              <a:t>PostgreSQL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937760" y="2560320"/>
            <a:ext cx="1463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데이터베이스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766560" y="1828800"/>
            <a:ext cx="182880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F793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6560" y="20116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7931A"/>
                </a:solidFill>
              </a:rPr>
              <a:t>Blockchain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949440" y="2560320"/>
            <a:ext cx="1463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변조 방지 기록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solidFill>
            <a:srgbClr val="FFF7ED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4348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✓ 블록체인 기술로 공익 분야 신뢰 문제 해결 - 변조 불가능한 기록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2920"/>
            <a:ext cx="73152" cy="5486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572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성장 로드맵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274320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828800"/>
            <a:ext cx="2743200" cy="4572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874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Phase 1: MVP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331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2C39A"/>
                </a:solidFill>
              </a:rPr>
              <a:t>0-3개월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6517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• 봉사활동 기록 시스템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1089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• 대학 제휴 모듈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566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• 기본 광고 시스템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83280" y="1828800"/>
            <a:ext cx="274320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83280" y="1828800"/>
            <a:ext cx="2743200" cy="4572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1874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Phase 2: 확장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83280" y="2331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A896"/>
                </a:solidFill>
              </a:rPr>
              <a:t>3-6개월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66160" y="26517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• 학교 내 로컬 광고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566160" y="31089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• 작업 게시 및 수수료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566160" y="3566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• 봉사자 보상 시스템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09360" y="1828800"/>
            <a:ext cx="274320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09360" y="1828800"/>
            <a:ext cx="274320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1874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Phase 3: 생태계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09360" y="2331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28090"/>
                </a:solidFill>
              </a:rPr>
              <a:t>6-12개월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92240" y="26517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• 정부/공공기관 연계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92240" y="31089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• 글로벌 확장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92240" y="3566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• 엑시트 준비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2920"/>
            <a:ext cx="73152" cy="5486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572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및 재무 목표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393192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828800"/>
            <a:ext cx="393192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8745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6개월 목표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대학 제휴: 5개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9260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활성 사용자: 2만명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4747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월 광고 수익: 1,000만원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54880" y="1828800"/>
            <a:ext cx="393192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828800"/>
            <a:ext cx="3931920" cy="4572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8745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1년 목표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37760" y="23774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대학 제휴: 50개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28346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활성 사용자: 20만명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32918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월 광고 수익: 1억원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37760" y="37490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투자/엑시트: Series A or Exit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2920"/>
            <a:ext cx="73152" cy="5486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572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경쟁 우위 및 혁신성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2011680"/>
            <a:ext cx="91440" cy="10972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Pi 코인 모델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514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장기 축적 후 거래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규제 이슈 없음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201168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2011680"/>
            <a:ext cx="91440" cy="10972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064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블록체인 신뢰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120640" y="2514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변조 불가능한 기록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공익 분야 신뢰 해결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38328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383280"/>
            <a:ext cx="91440" cy="10972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520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고빈도 행동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38862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대학생 필수 활동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졸업 요건 충족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46320" y="338328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3383280"/>
            <a:ext cx="91440" cy="10972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0" y="3520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단체 일괄 획득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120640" y="38862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대학 지분 교환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지수적 성장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투자 제안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02C39A"/>
                </a:solidFill>
              </a:rPr>
              <a:t>지분 가치 상승을 통한 엑시트 전략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371600" y="25603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✓ Pi 코인 모델 참조 - 장기 축적으로 지분 가치 상승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71600" y="30175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✓ 미디어 자산 모델 - 회원수 × 활성도 = 광고 가치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34747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✓ 트래픽 즉시 수익화 - 특정 규모 대기 불필요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39319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✓ 글로벌 확장 가능 - 전 세계 대학 시장 타겟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286000" y="4572000"/>
            <a:ext cx="4572000" cy="5486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45720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지금 투자하세요 - 자원봉사자의 삶을 바꾸는 여정에 함께하세요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28090"/>
                </a:solidFill>
              </a:rPr>
              <a:t>HeartChain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</a:rPr>
              <a:t>자원봉사자의 소득을 높여주는 혁신적인 플랫폼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E293B"/>
                </a:solidFill>
              </a:rPr>
              <a:t>핵심 가치: 봉사자들의 삶을 개선하고, 사회적 임팩트를 비즈니스 가치로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286000" y="3840480"/>
            <a:ext cx="4572000" cy="914400"/>
          </a:xfrm>
          <a:prstGeom prst="rect">
            <a:avLst/>
          </a:prstGeom>
          <a:solidFill>
            <a:srgbClr val="FFF7ED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0" y="39319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문의: HeartChain Team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E: \WorkBuddy\heartchain\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HeartChain Investment Pitch Deck</dc:title>
  <dc:subject>PptxGenJS Presentation</dc:subject>
  <dc:creator>HeartChain Team</dc:creator>
  <cp:lastModifiedBy>HeartChain Team</cp:lastModifiedBy>
  <cp:revision>1</cp:revision>
  <dcterms:created xsi:type="dcterms:W3CDTF">2026-05-05T12:06:09Z</dcterms:created>
  <dcterms:modified xsi:type="dcterms:W3CDTF">2026-05-05T12:06:09Z</dcterms:modified>
</cp:coreProperties>
</file>