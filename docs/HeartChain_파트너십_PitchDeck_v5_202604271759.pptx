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개발자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899AA"/>
              </a:solidFill>
              <a:ln w="38100" cap="flat">
                <a:solidFill>
                  <a:srgbClr val="0A1628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개발자  30%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2286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HeartChain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</a:rPr>
              <a:t>哈特链  ·  블록체인志愿服务平台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파트너십 제안서   Partnership Proposal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560320" cy="914400"/>
          </a:xfrm>
          <a:prstGeom prst="rect">
            <a:avLst>
              <a:gd name="adj" fmla="val 10000"/>
            </a:avLst>
          </a:prstGeom>
          <a:solidFill>
            <a:srgbClr val="0A1628">
              <a:alpha val="6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50%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단체 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Partners Pool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3200400"/>
            <a:ext cx="2560320" cy="914400"/>
          </a:xfrm>
          <a:prstGeom prst="rect">
            <a:avLst>
              <a:gd name="adj" fmla="val 10000"/>
            </a:avLst>
          </a:prstGeom>
          <a:solidFill>
            <a:srgbClr val="0A1628">
              <a:alpha val="6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10M+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목표 회원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Target Members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200400"/>
            <a:ext cx="2560320" cy="914400"/>
          </a:xfrm>
          <a:prstGeom prst="rect">
            <a:avLst>
              <a:gd name="adj" fmla="val 10000"/>
            </a:avLst>
          </a:prstGeom>
          <a:solidFill>
            <a:srgbClr val="0A1628">
              <a:alpha val="6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30%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개발자 보유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Developer Share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01  현실의 문제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봉사의 가치가 디지털 시대에 사라지고 있습니다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219456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🏚️ 쓰레기 넘치는 골목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깨끗하지 않은 도시 환경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114800" cy="219456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0116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👴 혼자 남은 어르신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도움의 손길이 필요한 사람들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2057400" cy="1463040"/>
          </a:xfrm>
          <a:prstGeom prst="rect">
            <a:avLst>
              <a:gd name="adj" fmla="val 6250"/>
            </a:avLst>
          </a:prstGeom>
          <a:solidFill>
            <a:srgbClr val="112240"/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118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📋  기록이 남지 않음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봉사는 했지만 아무 데도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인증되지 않음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3520440"/>
            <a:ext cx="2057400" cy="1463040"/>
          </a:xfrm>
          <a:prstGeom prst="rect">
            <a:avLst>
              <a:gd name="adj" fmla="val 6250"/>
            </a:avLst>
          </a:prstGeom>
          <a:solidFill>
            <a:srgbClr val="112240"/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6118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💸  보상 체계 부재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41148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의무적 자원봉사는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지속하기 어려움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2057400" cy="1463040"/>
          </a:xfrm>
          <a:prstGeom prst="rect">
            <a:avLst>
              <a:gd name="adj" fmla="val 6250"/>
            </a:avLst>
          </a:prstGeom>
          <a:solidFill>
            <a:srgbClr val="112240"/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6118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🔍  사회적 인정 부족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41148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좋은 일을 해도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"누구도 모른다"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3520440"/>
            <a:ext cx="2057400" cy="1463040"/>
          </a:xfrm>
          <a:prstGeom prst="rect">
            <a:avLst>
              <a:gd name="adj" fmla="val 6250"/>
            </a:avLst>
          </a:prstGeom>
          <a:solidFill>
            <a:srgbClr val="112240"/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36118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🌐  디지털 전환 늦음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41148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APP·플랫폼 없이는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참여 어려움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02  HeartChain의 솔루션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Before → After: 이 변화가 HeartChain입니다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210312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118872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155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BEFORE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장애인을 도와주는 사람 없음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 접속 불필요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기여 기록 안 남음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18288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AA"/>
                </a:solidFill>
              </a:rPr>
              <a:t>▶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931920" y="2423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HeartChain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210312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097280"/>
            <a:ext cx="11887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155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AFTER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9659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자원봉사자 APP 접속으로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기여가 블록체인에 기록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HRT 보상 수령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2057400" cy="1600200"/>
          </a:xfrm>
          <a:prstGeom prst="rect">
            <a:avLst>
              <a:gd name="adj" fmla="val 5714"/>
            </a:avLst>
          </a:prstGeom>
          <a:solidFill>
            <a:srgbClr val="112240"/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⛓️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7200" y="40050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区块链记录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3708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임무 이력 투명 저장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3383280"/>
            <a:ext cx="2057400" cy="1600200"/>
          </a:xfrm>
          <a:prstGeom prst="rect">
            <a:avLst>
              <a:gd name="adj" fmla="val 5714"/>
            </a:avLst>
          </a:prstGeom>
          <a:solidFill>
            <a:srgbClr val="112240"/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🪙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651760" y="40050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HRT 코인 경제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51760" y="43708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人头分配 + 임무 보상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383280"/>
            <a:ext cx="2057400" cy="1600200"/>
          </a:xfrm>
          <a:prstGeom prst="rect">
            <a:avLst>
              <a:gd name="adj" fmla="val 5714"/>
            </a:avLst>
          </a:prstGeom>
          <a:solidFill>
            <a:srgbClr val="112240"/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846320" y="40050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APP 생태계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43708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실명制注册 + 유효인증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49440" y="3383280"/>
            <a:ext cx="2057400" cy="1600200"/>
          </a:xfrm>
          <a:prstGeom prst="rect">
            <a:avLst>
              <a:gd name="adj" fmla="val 5714"/>
            </a:avLst>
          </a:prstGeom>
          <a:solidFill>
            <a:srgbClr val="112240"/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040880" y="40050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데이터 플랫폼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40880" y="43708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단체별 분석 대시보드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03  HRT 분배 구조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세 참여자에게公平한 보상 분배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88720"/>
          <a:ext cx="3931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46304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HRT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10억 개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85800" y="1371600"/>
            <a:ext cx="1691640" cy="685800"/>
          </a:xfrm>
          <a:prstGeom prst="rect">
            <a:avLst>
              <a:gd name="adj" fmla="val 10667"/>
            </a:avLst>
          </a:prstGeom>
          <a:solidFill>
            <a:srgbClr val="11224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44475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개발자  30%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(3억 HRT)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063240"/>
            <a:ext cx="1691640" cy="685800"/>
          </a:xfrm>
          <a:prstGeom prst="rect">
            <a:avLst>
              <a:gd name="adj" fmla="val 10667"/>
            </a:avLst>
          </a:prstGeom>
          <a:solidFill>
            <a:srgbClr val="11224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13639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단체 풀  50%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(5억 HRT)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417320" y="3520440"/>
            <a:ext cx="1691640" cy="685800"/>
          </a:xfrm>
          <a:prstGeom prst="rect">
            <a:avLst>
              <a:gd name="adj" fmla="val 10667"/>
            </a:avLst>
          </a:prstGeom>
          <a:solidFill>
            <a:srgbClr val="112240"/>
          </a:solidFill>
          <a:ln/>
        </p:spPr>
      </p:sp>
      <p:sp>
        <p:nvSpPr>
          <p:cNvPr id="12" name="Text 9"/>
          <p:cNvSpPr/>
          <p:nvPr/>
        </p:nvSpPr>
        <p:spPr>
          <a:xfrm>
            <a:off x="1508760" y="359359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개인 풀  20%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(2억 HRT)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1188720"/>
            <a:ext cx="4206240" cy="1097280"/>
          </a:xfrm>
          <a:prstGeom prst="rect">
            <a:avLst>
              <a:gd name="adj" fmla="val 8333"/>
            </a:avLst>
          </a:prstGeom>
          <a:solidFill>
            <a:srgbClr val="112240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0" y="1188720"/>
            <a:ext cx="109728" cy="10972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257800" y="1280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50%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943600" y="1298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단체 풀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43600" y="1627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Partnership Pool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680960" y="1353312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가입人头 기반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임무 완료 3%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임무 발행 10%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0" y="2423160"/>
            <a:ext cx="4206240" cy="1097280"/>
          </a:xfrm>
          <a:prstGeom prst="rect">
            <a:avLst>
              <a:gd name="adj" fmla="val 8333"/>
            </a:avLst>
          </a:prstGeom>
          <a:solidFill>
            <a:srgbClr val="112240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0" y="2423160"/>
            <a:ext cx="109728" cy="109728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2" name="Text 19"/>
          <p:cNvSpPr/>
          <p:nvPr/>
        </p:nvSpPr>
        <p:spPr>
          <a:xfrm>
            <a:off x="47548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5257800" y="2514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347"/>
                </a:solidFill>
              </a:rPr>
              <a:t>20%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943600" y="25328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개인 풀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943600" y="28620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Individual Pool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680960" y="2587752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개인注册人头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가입 시 1회성 HRT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개인 지갑 직접 지급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0" y="3657600"/>
            <a:ext cx="4206240" cy="1097280"/>
          </a:xfrm>
          <a:prstGeom prst="rect">
            <a:avLst>
              <a:gd name="adj" fmla="val 8333"/>
            </a:avLst>
          </a:prstGeom>
          <a:solidFill>
            <a:srgbClr val="112240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0" y="3657600"/>
            <a:ext cx="109728" cy="109728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29" name="Text 26"/>
          <p:cNvSpPr/>
          <p:nvPr/>
        </p:nvSpPr>
        <p:spPr>
          <a:xfrm>
            <a:off x="475488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5257800" y="3749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99AA"/>
                </a:solidFill>
              </a:rPr>
              <a:t>30%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5943600" y="3767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개발자 보유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943600" y="4096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Developer Reserve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680960" y="3822192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플랫폼 개발·유지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기술지원·운영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지속적 개선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04  단체 파트너 혜택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단체가 받을 수 있는 4가지 수익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783080"/>
          </a:xfrm>
          <a:prstGeom prst="rect">
            <a:avLst>
              <a:gd name="adj" fmla="val 5128"/>
            </a:avLst>
          </a:prstGeom>
          <a:solidFill>
            <a:srgbClr val="112240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1371600"/>
            <a:ext cx="685800" cy="685800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9047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3990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👥  人头分配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783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가입人头 HRT 기본 취득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25880" y="2075688"/>
            <a:ext cx="2926080" cy="182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213055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회원이 가입할 때마다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해당 단체에 정액 HRT 지급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(1인당 정액 ×人头数)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상장 시점 단가 역산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114800" cy="1783080"/>
          </a:xfrm>
          <a:prstGeom prst="rect">
            <a:avLst>
              <a:gd name="adj" fmla="val 5128"/>
            </a:avLst>
          </a:prstGeom>
          <a:solidFill>
            <a:srgbClr val="11224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18888" y="1371600"/>
            <a:ext cx="685800" cy="685800"/>
          </a:xfrm>
          <a:prstGeom prst="ellipse">
            <a:avLst/>
          </a:prstGeom>
          <a:solidFill>
            <a:srgbClr val="00A388">
              <a:alpha val="80000"/>
            </a:srgbClr>
          </a:solidFill>
          <a:ln w="12700">
            <a:solidFill>
              <a:srgbClr val="00A3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49047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388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13990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 임무완성 장려금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0" y="1783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388"/>
                </a:solidFill>
              </a:rPr>
              <a:t>회원이 임무 완료 시 3% 추가 HRT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075688"/>
            <a:ext cx="2926080" cy="182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213055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회원이 임무를 완성하면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해당 코인의 3%를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단체 계정에 추가 충전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4114800" cy="1783080"/>
          </a:xfrm>
          <a:prstGeom prst="rect">
            <a:avLst>
              <a:gd name="adj" fmla="val 5128"/>
            </a:avLst>
          </a:prstGeom>
          <a:solidFill>
            <a:srgbClr val="112240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" y="3291840"/>
            <a:ext cx="685800" cy="685800"/>
          </a:xfrm>
          <a:prstGeom prst="ellipse">
            <a:avLst/>
          </a:prstGeom>
          <a:solidFill>
            <a:srgbClr val="FFB347">
              <a:alpha val="80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41071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47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3192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📢  임무발행 장려금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3703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47"/>
                </a:solidFill>
              </a:rPr>
              <a:t>단체가 임무 게시 시 10% 환급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25880" y="3995928"/>
            <a:ext cx="2926080" cy="182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25" name="Text 23"/>
          <p:cNvSpPr/>
          <p:nvPr/>
        </p:nvSpPr>
        <p:spPr>
          <a:xfrm>
            <a:off x="1325880" y="405079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단체가 직접 임무를 올리면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임무 가치의 10%를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즉시 HRT로 환급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154680"/>
            <a:ext cx="4114800" cy="1783080"/>
          </a:xfrm>
          <a:prstGeom prst="rect">
            <a:avLst>
              <a:gd name="adj" fmla="val 5128"/>
            </a:avLst>
          </a:prstGeom>
          <a:solidFill>
            <a:srgbClr val="112240"/>
          </a:solidFill>
          <a:ln/>
        </p:spPr>
      </p:sp>
      <p:sp>
        <p:nvSpPr>
          <p:cNvPr id="27" name="Shape 25"/>
          <p:cNvSpPr/>
          <p:nvPr/>
        </p:nvSpPr>
        <p:spPr>
          <a:xfrm>
            <a:off x="4818888" y="3291840"/>
            <a:ext cx="685800" cy="685800"/>
          </a:xfrm>
          <a:prstGeom prst="ellipse">
            <a:avLst/>
          </a:prstGeom>
          <a:solidFill>
            <a:srgbClr val="FF8FAB">
              <a:alpha val="80000"/>
            </a:srgbClr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41071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FAB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33192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📊  APP 무료 제공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0" y="3703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FAB"/>
                </a:solidFill>
              </a:rPr>
              <a:t>파트너 단체 전용 기능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995928"/>
            <a:ext cx="2926080" cy="182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0" y="405079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团体 전용 대시보드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수입·지출 분석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회원 현황 실시간 확인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05  유효회원 인정 &amp; 자원봉사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人头分配의 출발점 — 실명 가입 + APP 접속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2651760"/>
            <a:ext cx="402336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6791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🌿 도시 공원 환경 미화 활동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663440"/>
            <a:ext cx="4023360" cy="411480"/>
          </a:xfrm>
          <a:prstGeom prst="rect">
            <a:avLst/>
          </a:prstGeom>
          <a:solidFill>
            <a:srgbClr val="00A3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690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🤝 복지관敬老志愿服务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14800" cy="822960"/>
          </a:xfrm>
          <a:prstGeom prst="rect">
            <a:avLst>
              <a:gd name="adj" fmla="val 8889"/>
            </a:avLst>
          </a:prstGeom>
          <a:solidFill>
            <a:srgbClr val="112240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261872"/>
            <a:ext cx="658368" cy="658368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07592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1280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회원 가입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실명制 注册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19659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4114800" cy="822960"/>
          </a:xfrm>
          <a:prstGeom prst="rect">
            <a:avLst>
              <a:gd name="adj" fmla="val 8889"/>
            </a:avLst>
          </a:prstGeom>
          <a:solidFill>
            <a:srgbClr val="112240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221992"/>
            <a:ext cx="658368" cy="658368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267712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2240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 접속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6개월内 최소 1회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9260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4114800" cy="822960"/>
          </a:xfrm>
          <a:prstGeom prst="rect">
            <a:avLst>
              <a:gd name="adj" fmla="val 8889"/>
            </a:avLst>
          </a:prstGeom>
          <a:solidFill>
            <a:srgbClr val="112240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3182112"/>
            <a:ext cx="658368" cy="658368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27832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유효인증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블록체인 기록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8862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4069080"/>
            <a:ext cx="4114800" cy="822960"/>
          </a:xfrm>
          <a:prstGeom prst="rect">
            <a:avLst>
              <a:gd name="adj" fmla="val 8889"/>
            </a:avLst>
          </a:prstGeom>
          <a:solidFill>
            <a:srgbClr val="112240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4142232"/>
            <a:ext cx="658368" cy="658368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187952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🪙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77840" y="41605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人头分配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77840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정액 HRT 단체 지급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4206240"/>
            <a:ext cx="4114800" cy="822960"/>
          </a:xfrm>
          <a:prstGeom prst="rect">
            <a:avLst>
              <a:gd name="adj" fmla="val 8889"/>
            </a:avLst>
          </a:prstGeom>
          <a:solidFill>
            <a:srgbClr val="FFB347">
              <a:alpha val="15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2519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</a:rPr>
              <a:t>핵심:  임무 완성과 무관, 실명 가입 + APP 접속만으로 유효인증을 받을 수 있습니다. 단체는 "인증을 보증"해주면 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06  HRT 가치 성장 모델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플랫폼 활성도 = HRT 코인가치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11680" cy="2468880"/>
          </a:xfrm>
          <a:prstGeom prst="rect">
            <a:avLst>
              <a:gd name="adj" fmla="val 4545"/>
            </a:avLst>
          </a:prstGeom>
          <a:solidFill>
            <a:srgbClr val="11224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2011680" cy="9144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25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1단계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🌱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Launch 초기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HRT 가치를 직접 부여하지 않음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회원은志愿服务에 참여,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플랫폼 데이터 축적에 집중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40280" y="2148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1188720"/>
            <a:ext cx="2011680" cy="2468880"/>
          </a:xfrm>
          <a:prstGeom prst="rect">
            <a:avLst>
              <a:gd name="adj" fmla="val 4545"/>
            </a:avLst>
          </a:prstGeom>
          <a:solidFill>
            <a:srgbClr val="112240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1188720"/>
            <a:ext cx="2011680" cy="91440"/>
          </a:xfrm>
          <a:prstGeom prst="rect">
            <a:avLst/>
          </a:prstGeom>
          <a:solidFill>
            <a:srgbClr val="00A388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325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388"/>
                </a:solidFill>
              </a:rPr>
              <a:t>2단계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1645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🌿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65176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활성화 성장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651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회원이 많아지면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APP خدمات 충전 필요 발생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충전한 금액과 HRT 교환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34840" y="2148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388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2011680" cy="2468880"/>
          </a:xfrm>
          <a:prstGeom prst="rect">
            <a:avLst>
              <a:gd name="adj" fmla="val 4545"/>
            </a:avLst>
          </a:prstGeom>
          <a:solidFill>
            <a:srgbClr val="112240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188720"/>
            <a:ext cx="201168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325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3단계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645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🌳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生态完成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651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충전수수료 + 임무수수료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플랫폼 매출 발생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HRT 경제 순환 체계完成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2148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49440" y="1188720"/>
            <a:ext cx="2011680" cy="2468880"/>
          </a:xfrm>
          <a:prstGeom prst="rect">
            <a:avLst>
              <a:gd name="adj" fmla="val 4545"/>
            </a:avLst>
          </a:prstGeom>
          <a:solidFill>
            <a:srgbClr val="112240"/>
          </a:solidFill>
          <a:ln/>
        </p:spPr>
      </p:sp>
      <p:sp>
        <p:nvSpPr>
          <p:cNvPr id="27" name="Shape 25"/>
          <p:cNvSpPr/>
          <p:nvPr/>
        </p:nvSpPr>
        <p:spPr>
          <a:xfrm>
            <a:off x="6949440" y="1188720"/>
            <a:ext cx="2011680" cy="9144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325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4단계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1645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🏆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704088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상장/유동성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2651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거래소 상장 또는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외부 투자 유입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HRT → 현금화 가능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3794760"/>
            <a:ext cx="2011680" cy="457200"/>
          </a:xfrm>
          <a:prstGeom prst="rect">
            <a:avLst>
              <a:gd name="adj" fmla="val 16000"/>
            </a:avLst>
          </a:prstGeom>
          <a:solidFill>
            <a:srgbClr val="1A3050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충전 수수료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60320" y="3794760"/>
            <a:ext cx="2011680" cy="457200"/>
          </a:xfrm>
          <a:prstGeom prst="rect">
            <a:avLst>
              <a:gd name="adj" fmla="val 16000"/>
            </a:avLst>
          </a:prstGeom>
          <a:solidFill>
            <a:srgbClr val="1A3050"/>
          </a:solidFill>
          <a:ln/>
        </p:spPr>
      </p:sp>
      <p:sp>
        <p:nvSpPr>
          <p:cNvPr id="35" name="Text 33"/>
          <p:cNvSpPr/>
          <p:nvPr/>
        </p:nvSpPr>
        <p:spPr>
          <a:xfrm>
            <a:off x="256032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임무 수수료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794760"/>
            <a:ext cx="2011680" cy="457200"/>
          </a:xfrm>
          <a:prstGeom prst="rect">
            <a:avLst>
              <a:gd name="adj" fmla="val 16000"/>
            </a:avLst>
          </a:prstGeom>
          <a:solidFill>
            <a:srgbClr val="1A3050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APP خدمات 충전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49440" y="3794760"/>
            <a:ext cx="2011680" cy="457200"/>
          </a:xfrm>
          <a:prstGeom prst="rect">
            <a:avLst>
              <a:gd name="adj" fmla="val 16000"/>
            </a:avLst>
          </a:prstGeom>
          <a:solidFill>
            <a:srgbClr val="1A3050"/>
          </a:solidFill>
          <a:ln/>
        </p:spPr>
      </p:sp>
      <p:sp>
        <p:nvSpPr>
          <p:cNvPr id="39" name="Text 37"/>
          <p:cNvSpPr/>
          <p:nvPr/>
        </p:nvSpPr>
        <p:spPr>
          <a:xfrm>
            <a:off x="694944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거래소 상장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※ 현 단계: HRT는 충전 매개체 역할. 향후 서비스 확대로 코인 가치가 자연스럽게 상승합니다.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07  계약 조건 요약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HeartChain 파트너십 계약 주요 조건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840480"/>
        </p:xfrm>
        <a:graphic>
          <a:graphicData uri="http://schemas.openxmlformats.org/drawingml/2006/table">
            <a:tbl>
              <a:tblPr/>
              <a:tblGrid>
                <a:gridCol w="1645920"/>
                <a:gridCol w="42062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당사자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 대표자 (단체명)  ×  HeartChain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단체는 실명 인증会员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 풀 비율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HRT 총 발행량의 50%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참가团体人头分配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人头分配 단가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상장 시점 역산 (1인당 정액)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 상황 반영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유효회원 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후 6개월内 APP 접속 1회+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 완성과 무관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임무완성 장려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完成 임무 코인의 3% → 단체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충전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임무발행 장려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 가치의 10% 즉시 HRT 환급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단체가 직접 게시 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기간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3년 (자동 갱신)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해지 90일 전 통지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납세·규제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당사자가 관할권 내 납세 의무 부담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규제 변화 시 협의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언어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/ 中文 병기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충돌 시 中文본 우선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08  미래 플랫폼 가치 시나리오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활성 회원 수 기준 플랫폼 기업 가치 환산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산정 기준: 금융투자 시장 Valuation — 1인당 기업가치(¥/Active User) 적용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005840"/>
          </a:xfrm>
          <a:prstGeom prst="rect">
            <a:avLst>
              <a:gd name="adj" fmla="val 9091"/>
            </a:avLst>
          </a:prstGeom>
          <a:solidFill>
            <a:srgbClr val="1122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早期 단계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¥¥500/인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소규모 커뮤니티 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1005840"/>
          </a:xfrm>
          <a:prstGeom prst="rect">
            <a:avLst>
              <a:gd name="adj" fmla="val 9091"/>
            </a:avLst>
          </a:prstGeom>
          <a:solidFill>
            <a:srgbClr val="11224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5361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성장 단계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9019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¥¥2,000/인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212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aktif 100만+ 수수료 수익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1005840"/>
          </a:xfrm>
          <a:prstGeom prst="rect">
            <a:avLst>
              <a:gd name="adj" fmla="val 9091"/>
            </a:avLst>
          </a:prstGeom>
          <a:solidFill>
            <a:srgbClr val="112240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5361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성숙 단계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9019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¥¥5,000/인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2212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글로벌 노동 플랫폼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237744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280160"/>
                <a:gridCol w="1371600"/>
                <a:gridCol w="1371600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회원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1인당 가치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 총 가치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 풀 50%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예: 500명 단체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초기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¥5,000만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¥2,500만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¥12.5만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성장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확장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¥3,000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¥300억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¥150억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¥750만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성숙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2,000만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¥1,000억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¥1,500만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5029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※ 상기 수치는 예시치이며, 실제 기업가치는 시장 상황, 수익모델, 규제 환경 등에 따라 달라질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09  Proof of Good Deed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HRT는 쓰레기 코인이 아닙니다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554480"/>
          </a:xfrm>
          <a:prstGeom prst="rect">
            <a:avLst>
              <a:gd name="adj" fmla="val 5882"/>
            </a:avLst>
          </a:prstGeom>
          <a:solidFill>
            <a:srgbClr val="11224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41148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⚡  Bitcoin PoW (비트코인)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✗ 고전력 사용 (전 세계 Bitcoin ≈ 벨기에 1개국 전력)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✗ 사회적 가치가 없음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✗ 환경 비판 지속 제기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14800" cy="1554480"/>
          </a:xfrm>
          <a:prstGeom prst="rect">
            <a:avLst>
              <a:gd name="adj" fmla="val 5882"/>
            </a:avLst>
          </a:prstGeom>
          <a:solidFill>
            <a:srgbClr val="112240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143000"/>
            <a:ext cx="411480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💚  HeartChain PoGD (HRT)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691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의미 있는 노동 (자원봉사·좋은 일)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전력 낭비 없음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사회적 가치 + 경제적 보상 동시 실현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526280"/>
            <a:ext cx="2697480" cy="457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454456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🌍  더 살기 좋은 세상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기여가 블록체인에 투명 기록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4526280"/>
            <a:ext cx="2697480" cy="45720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454456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💼  일자리 창출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취업난 해소와 새로운 기회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4526280"/>
            <a:ext cx="2697480" cy="457200"/>
          </a:xfrm>
          <a:prstGeom prst="rect">
            <a:avLst/>
          </a:prstGeom>
          <a:solidFill>
            <a:srgbClr val="FF8FAB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454456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💚  "누군가 알아줍니다"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善行은 블록체인이 기억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504748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D4AA"/>
                </a:solidFill>
              </a:rPr>
              <a:t>좋은 일을 한 사람은报了 — HeartChain이 기억합니다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640080"/>
            <a:ext cx="7315200" cy="3840480"/>
          </a:xfrm>
          <a:prstGeom prst="rect">
            <a:avLst>
              <a:gd name="adj" fmla="val 4762"/>
            </a:avLst>
          </a:prstGeom>
          <a:solidFill>
            <a:srgbClr val="0A1628">
              <a:alpha val="70000"/>
            </a:srgbClr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868680"/>
            <a:ext cx="1463040" cy="1463040"/>
          </a:xfrm>
          <a:prstGeom prst="ellipse">
            <a:avLst/>
          </a:prstGeom>
          <a:solidFill>
            <a:srgbClr val="00D4AA">
              <a:alpha val="80000"/>
            </a:srgbClr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1280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HRT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HeartChain과 함께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더 좋은 세상을 만들어 갈 파트너를 찾습니다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17520" y="3657600"/>
            <a:ext cx="3108960" cy="594360"/>
          </a:xfrm>
          <a:prstGeom prst="rect">
            <a:avLst>
              <a:gd name="adj" fmla="val 15385"/>
            </a:avLst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3703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📩  파트너십 문의하기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联系人 / Contact:  深圳 HeartChain 기술유한책임회사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HeartChain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HeartChain 파트너십 PT</dc:title>
  <dc:subject>HeartChain 파트너십 PT</dc:subject>
  <dc:creator>HeartChain</dc:creator>
  <cp:lastModifiedBy>HeartChain</cp:lastModifiedBy>
  <cp:revision>1</cp:revision>
  <dcterms:created xsi:type="dcterms:W3CDTF">2026-04-27T08:59:12Z</dcterms:created>
  <dcterms:modified xsi:type="dcterms:W3CDTF">2026-04-27T08:59:12Z</dcterms:modified>
</cp:coreProperties>
</file>