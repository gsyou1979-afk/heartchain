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开发者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4A3B8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开发者  30%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731520"/>
            <a:ext cx="530352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9601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HeartChain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417320" y="1600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</a:rPr>
              <a:t>哈特链  ·  区块链志愿服务平台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合作伙伴提案书   Partnership Proposal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457200"/>
            <a:ext cx="3017520" cy="4229100"/>
          </a:xfrm>
          <a:prstGeom prst="rect">
            <a:avLst/>
          </a:prstGeom>
          <a:solidFill>
            <a:srgbClr val="0EA5E9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474720"/>
            <a:ext cx="2743200" cy="118872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474720"/>
            <a:ext cx="27432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50%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机构池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Partnership Pool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474720"/>
            <a:ext cx="2743200" cy="118872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3474720"/>
            <a:ext cx="27432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10M+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91840" y="4160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目标会员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Target Members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2743200" cy="118872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3474720"/>
            <a:ext cx="27432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30%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17920" y="4160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开发者持有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Developer Share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01  现实问题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志愿的价值正在数字时代消失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411480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62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🏚️  垃圾堆积的小巷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2834640"/>
            <a:ext cx="411480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862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👴  独居老人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201168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📋  记录无法保存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做了志愿服务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却没有任何地方认证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3383280"/>
            <a:ext cx="201168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💸  缺乏奖励机制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3977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义务性的志愿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难以持续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383280"/>
            <a:ext cx="201168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🔍  社会认可不足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做了好事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也没有人知道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3383280"/>
            <a:ext cx="201168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🌐  数字化转型滞后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3977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没有APP或平台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就难以参与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02  HeartChain的解决方案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Before → After: 这就是HeartChain的改变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28016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BEFORE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411480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71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❌  没有帮助残障人士的志愿者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❌  无需使用APP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❌  没有贡献记录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640080" cy="640080"/>
          </a:xfrm>
          <a:prstGeom prst="ellipse">
            <a:avLst/>
          </a:prstGeom>
          <a:solidFill>
            <a:srgbClr val="0EA5E9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▶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49040" y="26517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HeartChain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28016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1556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AFTER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411480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971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 志愿者通过APP参与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 贡献记录在区块链上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 获得HRT奖励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⛓️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区块链记录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53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任务历史透明存储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14600" y="365760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1460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🪙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606040" y="4206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HRT代币经济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06040" y="4553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人员分配+任务奖励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754880" y="4206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APP生态系统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553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实名注册+有效认证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365760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1228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03720" y="4206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数据平台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4553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机构数据分析仪表盘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03  HRT分配结构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三位参与者公平分配奖励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43000"/>
          <a:ext cx="3931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645920" y="2651760"/>
            <a:ext cx="137160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0" y="2697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HRT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10亿枚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8288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371600"/>
            <a:ext cx="91440" cy="7315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开发者  30%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(3亿 HRT)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063240"/>
            <a:ext cx="18288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3063240"/>
            <a:ext cx="91440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154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机构池  50%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(5亿 HRT)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280160" y="3520440"/>
            <a:ext cx="18288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280160" y="3520440"/>
            <a:ext cx="9144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1463040" y="3611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个人池  20%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(2亿 HRT)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0" y="1143000"/>
            <a:ext cx="420624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0" y="1143000"/>
            <a:ext cx="109728" cy="1143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6"/>
          <p:cNvSpPr/>
          <p:nvPr/>
        </p:nvSpPr>
        <p:spPr>
          <a:xfrm>
            <a:off x="4800600" y="13716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5394960" y="1280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50%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080760" y="1252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机构池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080760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Partnership Pool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72400" y="13258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按入会人数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任务完成 3%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任务发布 10%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72000" y="2423160"/>
            <a:ext cx="420624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0" y="2423160"/>
            <a:ext cx="109728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26517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539496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20%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6080760" y="25328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个人池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080760" y="2880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Individual Pool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772400" y="26060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个人注册人数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注册时一次性HRT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直接支付到个人钱包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0" y="3703320"/>
            <a:ext cx="420624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572000" y="3703320"/>
            <a:ext cx="109728" cy="11430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0"/>
          <p:cNvSpPr/>
          <p:nvPr/>
        </p:nvSpPr>
        <p:spPr>
          <a:xfrm>
            <a:off x="4800600" y="39319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5394960" y="3840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4A3B8"/>
                </a:solidFill>
              </a:rPr>
              <a:t>30%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6080760" y="38130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开发者持有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08076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Developer Reserve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772400" y="38862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平台开发维护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技术支持运营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持续改进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04  机构合作伙伴权益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机构可获得的4项收益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78308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640080" cy="6400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9903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441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👥  人员分配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入会人数HRT基础获取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80160" y="2057400"/>
            <a:ext cx="3017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会员入会时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向该机构发放定额HRT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(1人定额 × 人数)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以上市时单价反算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206240" cy="178308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325880"/>
            <a:ext cx="640080" cy="640080"/>
          </a:xfrm>
          <a:prstGeom prst="ellipse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9903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13441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✅  任务完成奖励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会员完成任务时额外获得3%HRT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057400"/>
            <a:ext cx="3017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会员完成任务时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该代币的3%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将充值到机构账户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4206240" cy="178308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246120"/>
            <a:ext cx="640080" cy="640080"/>
          </a:xfrm>
          <a:prstGeom prst="ellipse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192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2644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📢  任务发布奖励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657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机构发布任务时返还10%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80160" y="3977640"/>
            <a:ext cx="3017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4023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机构自行发布任务时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立即以HRT形式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返还任务价值的10%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4206240" cy="178308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3246120"/>
            <a:ext cx="640080" cy="640080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3192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32644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📊  APP免费提供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0" y="3657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合作伙伴机构专用功能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977640"/>
            <a:ext cx="3017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0" y="4023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机构专用仪表盘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收支分析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实时查看会员情况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05  有效会员认证 &amp; 志愿服务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人员分配的起点 — 实名注册 + APP登录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2971800"/>
            <a:ext cx="402336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900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🌿  城市公园环境美化活动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937760"/>
            <a:ext cx="402336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9560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🤝  福利院敬老志愿服务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640080" cy="64008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9844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2984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会员注册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实名制注册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93852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4114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240280"/>
            <a:ext cx="640080" cy="64008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2585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32120" y="22585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APP登录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6个月内至少1次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89864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114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00400"/>
            <a:ext cx="640080" cy="64008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1868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3218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有效认证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区块链记录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4069080"/>
            <a:ext cx="4114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4160520"/>
            <a:ext cx="640080" cy="64008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1788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🪙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32120" y="4178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人员分配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定额HRT发放给机构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4846320"/>
            <a:ext cx="41148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4892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💡  核心: 与任务完成无关，只要实名注册+APP登录即可获得有效认证。机构只需"保证认证"即可。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06  HRT价值增长模型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平台活跃度 = HRT代币价值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011680" cy="2560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011680" cy="1097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第一阶段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🌱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Launch 初期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334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不直接赋予HRT价值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会员参与志愿服务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专注于积累平台数据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14600" y="1143000"/>
            <a:ext cx="2011680" cy="2560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143000"/>
            <a:ext cx="201168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第二阶段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60604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激活增长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6334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会员数量增加后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APP充值需求产生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充值金额与HRT交换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1143000"/>
            <a:ext cx="2011680" cy="2560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143000"/>
            <a:ext cx="201168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第三阶段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🌳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75488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生态系统完成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6334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充值手续费+任务手续费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平台产生收益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HRT经济循环体系完成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</a:rPr>
              <a:t>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12280" y="1143000"/>
            <a:ext cx="2011680" cy="2560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143000"/>
            <a:ext cx="20116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第四阶段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90372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上市/流动性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26334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交易所上市或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外部投资进入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HRT可变现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充值手续费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14600" y="3840480"/>
            <a:ext cx="201168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任务手续费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840480"/>
            <a:ext cx="201168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APP服务充值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12280" y="3840480"/>
            <a:ext cx="201168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交易所上市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※ 当前阶段: HRT作为充值媒介角色。未来随着服务扩展，币值将自然上升。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07  合同条款摘要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HeartChain合作伙伴合同主要条款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42062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合同当事人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机构代表（机构名） × HeartChain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机构为实名认证会员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机构池比例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HRT总发行量的50%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所有参与机构按人数分配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人员分配单价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以上市时点反算（1人定额）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根据市场情况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有效会员标准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注册后6个月内APP登录1次+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与任务完成无关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任务完成奖励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会员完成任务代币的3%→机构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自动充值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任务发布奖励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任务价值的10%立即以HRT返还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机构自行发布时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合同期限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3年（自动续约）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提前90天通知解除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纳税·监管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各当事方承担管辖范围内纳税义务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监管变化时协商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合同语言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 / 韩文 并列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冲突时中文本优先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08  未来平台价值情景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按活跃会员数计算平台企业价值换算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计算基准: 金融投资市场Valuation — 人均企业价值(¥/Active User)适用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7432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361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初期阶段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¥¥500/人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小型社区APP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7432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5361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成长阶段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¥¥2,000/人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活跃100万+手续费收益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7432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5361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成熟阶段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¥¥5,000/人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全球劳动平台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237744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280160"/>
                <a:gridCol w="1371600"/>
                <a:gridCol w="137160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活跃会员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人均价值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平台总价值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机构池50%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例:500人机构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初期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1万人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¥5,000万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¥2,500万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¥12.5万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成长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100万人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¥2,000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¥20亿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¥10亿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¥50万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扩展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1,000万人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¥3,000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¥300亿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¥150亿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¥750万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成熟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2,000万人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¥5,000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¥1,000亿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¥500亿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¥1,500万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5029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※ 上述数值为示例，实际企业价值会因市场情况、收益模式、监管环境等因素而异。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09  Proof of Good Deed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HRT不是垃圾币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⚡  Bitcoin PoW (比特币)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✗  高耗电（全球比特币≈比利时一国电力）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✗  无社会价值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✗  环境批评持续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4114800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💚  HeartChain PoGD (HRT)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✓  有意义的劳动（志愿服务·好事）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✓  无电力浪费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✓  社会价值+经济回报同步实现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526280"/>
            <a:ext cx="269748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45445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🌍  更宜居的世界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贡献在区块链上透明记录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4526280"/>
            <a:ext cx="26974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45445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💼  创造就业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缓解就业难，迎来新机会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4526280"/>
            <a:ext cx="26974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45445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💚  "有人会知道"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善举由区块链铭记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504748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A5E9"/>
                </a:solidFill>
              </a:rPr>
              <a:t>做了好事的人，站出来吧 — HeartChain会记得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548640"/>
            <a:ext cx="7315200" cy="411480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0" y="777240"/>
            <a:ext cx="1463040" cy="1463040"/>
          </a:xfrm>
          <a:prstGeom prst="ellipse">
            <a:avLst/>
          </a:prstGeom>
          <a:solidFill>
            <a:srgbClr val="0EA5E9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1188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HRT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与HeartChain一起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</a:rPr>
              <a:t>寻找共同创造更美好世界的合作伙伴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17520" y="3566160"/>
            <a:ext cx="3108960" cy="594360"/>
          </a:xfrm>
          <a:prstGeom prst="rect">
            <a:avLst>
              <a:gd name="adj" fmla="val 15385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3611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📩  合作伙伴咨询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联系方式 / Contact: 深圳 HeartChain技术有限公司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HeartChain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HeartChain 合作伙伴方案</dc:title>
  <dc:subject>HeartChain 合作伙伴提案书</dc:subject>
  <dc:creator>HeartChain</dc:creator>
  <cp:lastModifiedBy>HeartChain</cp:lastModifiedBy>
  <cp:revision>1</cp:revision>
  <dcterms:created xsi:type="dcterms:W3CDTF">2026-04-28T11:52:52Z</dcterms:created>
  <dcterms:modified xsi:type="dcterms:W3CDTF">2026-04-28T11:52:52Z</dcterms:modified>
</cp:coreProperties>
</file>