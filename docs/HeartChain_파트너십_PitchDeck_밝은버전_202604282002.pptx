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0"/>
            <a:ext cx="53035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960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HeartChain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哈特链  ·  블록체인志愿服务平台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파트너십 제안서   Partnership Proposal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57200"/>
            <a:ext cx="3017520" cy="422910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단체 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Partners Pool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10M+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목표 회원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Target Members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30%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개발자 보유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Developer 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  현실의 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봉사의 가치가 디지털 시대에 사라지고 있습니다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🏚️  쓰레기 넘치는 골목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834640"/>
            <a:ext cx="41148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👴  혼자 남은 어르신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📋  기록이 남지 않음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봉사는 했지만 아무 데도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인증되지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💸  보상 체계 부재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의무적 자원봉사는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지속하기 어려움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🔍  사회적 인정 부족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좋은 일을 해도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"누구도 모른다"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🌐  디지털 전환 늦음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APP·플랫폼 없이는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참여 어려움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02  HeartChain의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Before → After: 이 변화가 HeartChain입니다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2801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장애인을 도와주는 사람 없음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APP 접속 불필요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기여 기록 안 남음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2651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HeartChain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2801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자원봉사자 APP 접속으로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기여가 블록체인에 기록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HRT 보상 수령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⛓️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블록체인 기록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임무 이력 투명 저장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0604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HRT 코인 경제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인원 배분 + 임무 보상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5488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APP 생태계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실명제 등록 + 유효 인증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데이터 플랫폼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단체별 분석 대시보드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세 참여자에게 공평한 보상 분배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645920" y="265176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10억 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71600"/>
            <a:ext cx="91440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개발자  30%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063240"/>
            <a:ext cx="9144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단체 풀  50%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35204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80160" y="352044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46304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개인 풀  20%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14300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1143000"/>
            <a:ext cx="109728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1371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39496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080760" y="1252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단체 풀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8076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13258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가입 인원 기반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임무 완료 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임무 발행 10%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242316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242316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39496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20%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080760" y="2532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개인 풀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8076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0" y="2606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개인 등록 인원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가입 시 1회성 HRT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개인 지갑 직접 지급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370332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0" y="3703320"/>
            <a:ext cx="109728" cy="1143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39496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30%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08076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개발자 보유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8076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38862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플랫폼 개발·유지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기술지원·운영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지속적 개선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단체가 받을 수 있는 4가지 수익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640080" cy="6400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👥  인원 배분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가입 인원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회원이 가입할 때마다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해당 단체에 정액 HRT 지급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(1인당 정액 × 인원수)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상장 시점 단가 역산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25880"/>
            <a:ext cx="640080" cy="640080"/>
          </a:xfrm>
          <a:prstGeom prst="ellipse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✅  임무완성 장려금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회원이 임무를 완성하면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해당 코인의 3%를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 계정에 추가 충전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📢  임무발행 장려금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단체가 직접 임무를 올리면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임무 가치의 10%를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즉시 HRT로 환급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📊  APP 무료 제공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 전용 대시보드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수입·지출 분석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 현황 실시간 확인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05  유효회원 인정 &amp; 자원봉사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인원 배분의 출발점 — 실명 가입 + APP 접속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402336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90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🌿  도시 공원 환경 미화 활동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937760"/>
            <a:ext cx="40233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956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복지관 경로당 봉사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9844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실명제 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58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2585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6개월 내 최소 1회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986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186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블록체인 기록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16052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1788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4178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인원 배분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846320"/>
            <a:ext cx="41148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💡  핵심: 임무 완성과 무관, 실명 가입 + APP 접속만으로 유효인증을 받을 수 있습니다. 단체는 "인증을 보증"해주면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플랫폼 활성도 = HRT 코인가치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01168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가치를 직접 부여하지 않음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회원은 자원봉사에 참여,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플랫폼 데이터 축적에 집중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201168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회원이 많아지면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 서비스 충전 필요 발생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충전한 금액과 HRT 교환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43000"/>
            <a:ext cx="20116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생태계 완성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충전수수료 + 임무수수료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플랫폼 매출 발생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경제 순환 체계 완성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1228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14300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0372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거래소 상장 또는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외부 투자 유입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→ 현금화 가능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충전 수수료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임무 수수료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APP 서비스 충전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거래소 상장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※ 현 단계: HRT는 충전 매개체 역할. 향후 서비스 확대로 코인 가치가 자연스럽게 상승합니다.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HeartChain 파트너십 계약 주요 조건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대표자 (단체명)  ×  HeartChain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참가단체 인원배분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인원배분 단가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 내 APP 접속 1회+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완료 임무 코인의 3% → 단체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활성 회원 수 기준 플랫폼 기업 가치 환산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산정 기준: 금융투자 시장 Valuation — 1인당 기업가치(¥/Active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초기 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소규모 커뮤니티 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성장 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활성 100만+ 수수료 수익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성숙 단계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글로벌 노동 플랫폼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80160"/>
                <a:gridCol w="1371600"/>
                <a:gridCol w="13716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HRT는 쓰레기 코인이 아닙니다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고전력 사용 (전 세계 Bitcoin ≈ 벨기에 1개국 전력)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사회적 가치가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의미 있는 노동 (자원봉사·좋은 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전력 낭비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사회적 가치 + 경제적 보상 동시 실현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269748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 더 살기 좋은 세상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기여가 블록체인에 투명 기록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526280"/>
            <a:ext cx="2697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💼  일자리 창출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취업난 해소와 새로운 기회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526280"/>
            <a:ext cx="2697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💚  "누군가 알아줍니다"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선행은 블록체인이 기억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A5E9"/>
                </a:solidFill>
              </a:rPr>
              <a:t>좋은 일을 한 사람은 밝혔다 — HeartChain이 기억합니다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48640"/>
            <a:ext cx="7315200" cy="411480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0" y="777240"/>
            <a:ext cx="1463040" cy="146304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3566160"/>
            <a:ext cx="3108960" cy="594360"/>
          </a:xfrm>
          <a:prstGeom prst="rect">
            <a:avLst>
              <a:gd name="adj" fmla="val 15385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연락처 / Contact:  深圳 HeartChain 기술유한책임회사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 (밝은 버전)</dc:title>
  <dc:subject>HeartChain 파트너십 제안서</dc:subject>
  <dc:creator>HeartChain</dc:creator>
  <cp:lastModifiedBy>HeartChain</cp:lastModifiedBy>
  <cp:revision>1</cp:revision>
  <dcterms:created xsi:type="dcterms:W3CDTF">2026-04-28T11:02:02Z</dcterms:created>
  <dcterms:modified xsi:type="dcterms:W3CDTF">2026-04-28T11:02:02Z</dcterms:modified>
</cp:coreProperties>
</file>