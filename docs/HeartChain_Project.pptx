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HeartChain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Blockchain Volunteer Platform</a:t>
            </a:r>
          </a:p>
          <a:p>
            <a:pPr>
              <a:spcAft>
                <a:spcPts val="2000"/>
              </a:spcAft>
              <a:defRPr sz="2800"/>
            </a:pPr>
            <a:r>
              <a:t>Contributions recorded permanently</a:t>
            </a:r>
          </a:p>
          <a:p>
            <a:pPr>
              <a:spcAft>
                <a:spcPts val="2000"/>
              </a:spcAft>
              <a:defRPr sz="2800"/>
            </a:pPr>
            <a:r>
              <a:t>Labor creates real value</a:t>
            </a:r>
          </a:p>
          <a:p>
            <a:pPr>
              <a:spcAft>
                <a:spcPts val="2000"/>
              </a:spcAft>
              <a:defRPr sz="2800"/>
            </a:pPr>
            <a:r>
              <a:t>Share platform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Core Value -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Get platform shares</a:t>
            </a:r>
          </a:p>
          <a:p>
            <a:pPr>
              <a:spcAft>
                <a:spcPts val="2000"/>
              </a:spcAft>
              <a:defRPr sz="2800"/>
            </a:pPr>
            <a:r>
              <a:t>Blockchain endorsement</a:t>
            </a:r>
          </a:p>
          <a:p>
            <a:pPr>
              <a:spcAft>
                <a:spcPts val="2000"/>
              </a:spcAft>
              <a:defRPr sz="2800"/>
            </a:pPr>
            <a:r>
              <a:t>Free task posting</a:t>
            </a:r>
          </a:p>
          <a:p>
            <a:pPr>
              <a:spcAft>
                <a:spcPts val="2000"/>
              </a:spcAft>
              <a:defRPr sz="2800"/>
            </a:pPr>
            <a:r>
              <a:t>10% reward on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Core Value - Individuals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Permanent contribution record</a:t>
            </a:r>
          </a:p>
          <a:p>
            <a:pPr>
              <a:spcAft>
                <a:spcPts val="2000"/>
              </a:spcAft>
              <a:defRPr sz="2800"/>
            </a:pPr>
            <a:r>
              <a:t>Points redeemable</a:t>
            </a:r>
          </a:p>
          <a:p>
            <a:pPr>
              <a:spcAft>
                <a:spcPts val="2000"/>
              </a:spcAft>
              <a:defRPr sz="2800"/>
            </a:pPr>
            <a:r>
              <a:t>Labor creates value</a:t>
            </a:r>
          </a:p>
          <a:p>
            <a:pPr>
              <a:spcAft>
                <a:spcPts val="2000"/>
              </a:spcAft>
              <a:defRPr sz="2800"/>
            </a:pPr>
            <a:r>
              <a:t>Skill monetization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Equity Structure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Holder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Note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Teams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By member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Individuals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Equal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Ops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How to Calculate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Team shares = 50% x team / total</a:t>
            </a:r>
          </a:p>
          <a:p>
            <a:pPr>
              <a:spcAft>
                <a:spcPts val="2000"/>
              </a:spcAft>
              <a:defRPr sz="2800"/>
            </a:pPr>
            <a:r>
              <a:t>Individual = 20% / total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Share 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Members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Shares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Early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5%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10%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Mature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Team Privileges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1524000"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Team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Individual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Pay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None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Points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Points = Labor Value</a:t>
            </a:r>
          </a:p>
          <a:p>
            <a:pPr>
              <a:spcAft>
                <a:spcPts val="2000"/>
              </a:spcAft>
              <a:defRPr sz="2800"/>
            </a:pPr>
            <a:r>
              <a:t>Value = Min wage x ratio</a:t>
            </a:r>
          </a:p>
          <a:p>
            <a:pPr>
              <a:spcAft>
                <a:spcPts val="2000"/>
              </a:spcAft>
              <a:defRPr sz="2800"/>
            </a:pPr>
            <a:r>
              <a:t>Use for tasks and mall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Genesis Incentives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First 10 teams</a:t>
            </a:r>
          </a:p>
          <a:p>
            <a:pPr>
              <a:spcAft>
                <a:spcPts val="2000"/>
              </a:spcAft>
              <a:defRPr sz="2800"/>
            </a:pPr>
            <a:r>
              <a:t>50% extra shares</a:t>
            </a:r>
          </a:p>
          <a:p>
            <a:pPr>
              <a:spcAft>
                <a:spcPts val="2000"/>
              </a:spcAft>
              <a:defRPr sz="2800"/>
            </a:pPr>
            <a:r>
              <a:t>Founder badge</a:t>
            </a:r>
          </a:p>
          <a:p>
            <a:pPr>
              <a:spcAft>
                <a:spcPts val="2000"/>
              </a:spcAft>
              <a:defRPr sz="2800"/>
            </a:pPr>
            <a:r>
              <a:t>Early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Value Estimate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Holder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Shares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Teams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500M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9M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200M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3.6M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300M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5.4M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Active members: 6 months login</a:t>
            </a:r>
          </a:p>
          <a:p>
            <a:pPr>
              <a:spcAft>
                <a:spcPts val="2000"/>
              </a:spcAft>
              <a:defRPr sz="2800"/>
            </a:pPr>
            <a:r>
              <a:t>Auto remove inactive</a:t>
            </a:r>
          </a:p>
          <a:p>
            <a:pPr>
              <a:spcAft>
                <a:spcPts val="2000"/>
              </a:spcAft>
              <a:defRPr sz="2800"/>
            </a:pPr>
            <a:r>
              <a:t>Photo verification</a:t>
            </a:r>
          </a:p>
          <a:p>
            <a:pPr>
              <a:spcAft>
                <a:spcPts val="2000"/>
              </a:spcAft>
              <a:defRPr sz="2800"/>
            </a:pPr>
            <a:r>
              <a:t>Dual sign-off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/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Genesis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Q2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10K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Pioneer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Q3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100K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Q4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1M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Launch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Q1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200"/>
                      </a:pPr>
                      <a:r>
                        <a:t>10M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Contact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/>
            </a:pPr>
            <a:r>
              <a:t>Record every spirit</a:t>
            </a:r>
          </a:p>
          <a:p>
            <a:pPr>
              <a:spcAft>
                <a:spcPts val="2000"/>
              </a:spcAft>
              <a:defRPr sz="2800"/>
            </a:pPr>
            <a:r>
              <a:t>Make labor valuable</a:t>
            </a:r>
          </a:p>
          <a:p>
            <a:pPr>
              <a:spcAft>
                <a:spcPts val="2000"/>
              </a:spcAft>
              <a:defRPr sz="2800"/>
            </a:pPr>
            <a:r>
              <a:t>Contact us 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