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개발자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4A3B8"/>
              </a:solidFill>
              <a:ln w="381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개발자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731520"/>
            <a:ext cx="530352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960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HeartChain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哈特链  ·  블록체인 봉사 플랫폼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파트너십 제안서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457200"/>
            <a:ext cx="3017520" cy="4229100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50%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단체 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Partners Pool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10M+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9184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목표 회원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Target Members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2743200" cy="1188720"/>
          </a:xfrm>
          <a:prstGeom prst="rect">
            <a:avLst>
              <a:gd name="adj" fmla="val 9231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474720"/>
            <a:ext cx="27432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30%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4160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개발자 보유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Developer Share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01  현실의 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봉사의 가치가 디지털 시대에 사라지고 있습니다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41148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🏚️  쓰레기 넘치는 골목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834640"/>
            <a:ext cx="41148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862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👴  혼자 남은 어르신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📋  기록이 남지 않음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봉사는 했지만 아무 데도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인증되지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💸  보상 체계 부재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의무적 자원봉사는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지속하기 어려움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🔍  사회적 인정 부족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좋은 일을 해도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"누구도 모른다"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3383280"/>
            <a:ext cx="201168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493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🌐  디지털 전환 늦음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APP·플랫폼 없이는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참여 어려움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02  HeartChain의 솔루션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Before → After: 이 변화가 HeartChain입니다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2801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4114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장애인을 도와주는 사람 없음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APP 접속 불필요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❌  기여 기록 안 남음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640080" cy="64008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2651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HeartChain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2801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11480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71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자원봉사자 APP 접속으로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기여가 블록체인에 기록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✅  HRT 보상 수령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⛓️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블록체인 기록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임무 이력 투명 저장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🪙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0604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HRT 코인 경제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인원 배분 + 임무 보상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5488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APP 생태계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실명제 등록 + 유효 인증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2011680" cy="13716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03720" y="4206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데이터 플랫폼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4553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단체별 분석 대시보드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03  HRT 분배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세 참여자에게 공평한 보상 분배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4300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645920" y="265176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10억 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371600"/>
            <a:ext cx="91440" cy="7315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개발자  30%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(3억 HRT)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063240"/>
            <a:ext cx="9144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154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단체 풀  50%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(5억 HRT)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80160" y="3520440"/>
            <a:ext cx="1828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280160" y="3520440"/>
            <a:ext cx="9144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1463040" y="3611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개인 풀  20%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(2억 HRT)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14300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0" y="1143000"/>
            <a:ext cx="109728" cy="1143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6"/>
          <p:cNvSpPr/>
          <p:nvPr/>
        </p:nvSpPr>
        <p:spPr>
          <a:xfrm>
            <a:off x="4800600" y="13716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539496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50%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080760" y="1252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단체 풀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08076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0" y="13258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가입 인원 기반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임무 완료 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임무 발행 10%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0" y="242316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242316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2651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539496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20%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080760" y="25328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개인 풀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080760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72400" y="2606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개인 등록 인원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가입 시 1회성 HRT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개인 지갑 직접 지급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0" y="3703320"/>
            <a:ext cx="420624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0" y="3703320"/>
            <a:ext cx="109728" cy="11430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5394960" y="3840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30%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6080760" y="38130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개발자 보유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08076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0" y="38862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플랫폼 개발·유지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기술지원·운영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지속적 개선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04  단체 파트너 혜택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단체가 받을 수 있는 4가지 수익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640080" cy="640080"/>
          </a:xfrm>
          <a:prstGeom prst="ellipse">
            <a:avLst/>
          </a:prstGeom>
          <a:solidFill>
            <a:srgbClr val="0EA5E9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99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44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👥  인원 배분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가입 인원 HRT 기본 취득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05740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회원이 가입할 때마다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해당 단체에 정액 HRT 지급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(1인당 정액 × 인원수)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상장 시점 단가 역산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325880"/>
            <a:ext cx="640080" cy="640080"/>
          </a:xfrm>
          <a:prstGeom prst="ellipse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9903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3441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✅  임무완성 장려금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회원이 임무 완료 시 3% 추가 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05740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회원이 임무를 완성하면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해당 코인의 3%를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단체 계정에 추가 충전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46120"/>
            <a:ext cx="640080" cy="640080"/>
          </a:xfrm>
          <a:prstGeom prst="ellipse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264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📢  임무발행 장려금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단체가 임무 게시 시 10% 환급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397764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023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단체가 직접 임무를 올리면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임무 가치의 10%를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즉시 HRT로 환급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206240" cy="178308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192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2644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📊  APP 무료 제공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3657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파트너 단체 전용 기능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77640"/>
            <a:ext cx="3017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23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단체 전용 대시보드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수입·지출 분석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회원 현황 실시간 확인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05  유효회원 인정 &amp; 자원봉사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인원 배분의 출발점 — 실명 가입 + APP 접속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402336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90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🌿  도시 공원 환경 미화 활동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937760"/>
            <a:ext cx="40233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956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복지관 경로당 봉사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9844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1298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회원 가입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실명제 등록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93852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4028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2585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22585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APP 접속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6개월 내 최소 1회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8986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1868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3218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유효인증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블록체인 기록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8587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4069080"/>
            <a:ext cx="41148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4160520"/>
            <a:ext cx="640080" cy="6400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1788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32120" y="4178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인원 배분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정액 HRT 단체 지급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846320"/>
            <a:ext cx="4114800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4892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💡  핵심: 임무 완성과 무관, 실명 가입 + APP 접속만으로 유효인증을 받을 수 있습니다. 단체는 "인증을 보증"해주면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06  HRT 가치 성장 모델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플랫폼 활성도 = HRT 코인가치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011680" cy="1097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1단계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Launch 초기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 가치를 직접 부여하지 않음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회원은 자원봉사에 참여,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플랫폼 데이터 축적에 집중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1460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143000"/>
            <a:ext cx="2011680" cy="1097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활성화 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회원이 많아지면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APP 서비스 충전 필요 발생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충전한 금액과 HRT 교환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43000"/>
            <a:ext cx="201168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🌳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생태계 완성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충전수수료 + 임무수수료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플랫폼 매출 발생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 경제 순환 체계 완성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12280" y="1143000"/>
            <a:ext cx="2011680" cy="2560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14300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4단계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903720" y="2240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상장/유동성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63347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거래소 상장 또는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외부 투자 유입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HRT → 현금화 가능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충전 수수료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1460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임무 수수료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APP 서비스 충전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384048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거래소 상장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※ 현 단계: HRT는 충전 매개체 역할. 향후 서비스 확대로 코인 가치가 자연스럽게 상승합니다.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07  계약 조건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HeartChain 파트너십 계약 주요 조건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당사자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대표자 (단체명)  ×  HeartChain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단체는 실명 인증회원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비율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HRT 총 발행량의 50%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참가단체 인원배분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인원배분 단가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시점 역산 (1인당 정액)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상황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유효회원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후 6개월 내 APP 접속 1회+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완성과 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임무완성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완료 임무 코인의 3% → 단체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충전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임무발행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가치의 10% 즉시 HRT 환급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단체가 직접 게시 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기간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(자동 갱신)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 90일 전 통지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납세·규제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당사자가 관할권 내 납세 의무 부담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변화 시 협의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/ 中文 병기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中文본 우선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08  미래 플랫폼 가치 시나리오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활성 회원 수 기준 플랫폼 기업 가치 환산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산정 기준: 금융투자 시장 Valuation — 1인당 기업가치(¥/Active User)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초기 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¥¥500/인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소규모 커뮤니티 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성장 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¥¥2,000/인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활성 100만+ 수수료 수익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536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성숙 단계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¥¥5,000/인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글로벌 노동 플랫폼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80160"/>
                <a:gridCol w="1371600"/>
                <a:gridCol w="13716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총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500명 단체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¥12.5만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성장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¥150억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¥750만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성숙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¥1,000억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※ 상기 수치는 예시치이며, 실제 기업가치는 시장 상황, 수익모델, 규제 환경 등에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HRT는 쓰레기 코인이 아닙니다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⚡  Bitcoin PoW (비트코인)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고전력 사용 (전 세계 Bitcoin ≈ 벨기에 1개국 전력)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사회적 가치가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✗  환경 비판 지속 제기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11480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의미 있는 노동 (자원봉사·좋은 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전력 낭비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✓  사회적 가치 + 경제적 보상 동시 실현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526280"/>
            <a:ext cx="269748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🌍  더 살기 좋은 세상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기여가 블록체인에 투명 기록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4526280"/>
            <a:ext cx="2697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💼  일자리 창출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취업난 해소와 새로운 기회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526280"/>
            <a:ext cx="2697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54456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💚  "누군가 알아줍니다"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선행은 블록체인이 기억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50474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A5E9"/>
                </a:solidFill>
              </a:rPr>
              <a:t>좋은 일을 한 사람은 밝혔다 — HeartChain이 기억합니다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48640"/>
            <a:ext cx="7315200" cy="411480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0" y="777240"/>
            <a:ext cx="1463040" cy="146304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188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HeartChain과 함께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</a:rPr>
              <a:t>더 좋은 세상을 만들어 갈 파트너를 찾습니다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3566160"/>
            <a:ext cx="3108960" cy="594360"/>
          </a:xfrm>
          <a:prstGeom prst="rect">
            <a:avLst>
              <a:gd name="adj" fmla="val 15385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611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📩  파트너십 문의하기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연락처 / Contact: 深圳 HeartChain 기술유한책임회사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파트너십 PT</dc:title>
  <dc:subject>HeartChain 파트너십 제안서</dc:subject>
  <dc:creator>HeartChain</dc:creator>
  <cp:lastModifiedBy>HeartChain</cp:lastModifiedBy>
  <cp:revision>1</cp:revision>
  <dcterms:created xsi:type="dcterms:W3CDTF">2026-04-28T11:52:53Z</dcterms:created>
  <dcterms:modified xsi:type="dcterms:W3CDTF">2026-04-28T11:52:53Z</dcterms:modified>
</cp:coreProperties>
</file>