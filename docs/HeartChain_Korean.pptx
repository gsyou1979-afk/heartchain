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D700"/>
                </a:solidFill>
              </a:defRPr>
            </a:pPr>
            <a:r>
              <a:t>HeartChain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/>
            </a:pPr>
            <a:r>
              <a:t>블록체인 자원봉사 플랫폼</a:t>
            </a:r>
          </a:p>
          <a:p>
            <a:pPr>
              <a:spcAft>
                <a:spcPts val="2000"/>
              </a:spcAft>
              <a:defRPr sz="2800"/>
            </a:pPr>
            <a:r>
              <a:t>기여도는 영구적으로 기록</a:t>
            </a:r>
          </a:p>
          <a:p>
            <a:pPr>
              <a:spcAft>
                <a:spcPts val="2000"/>
              </a:spcAft>
              <a:defRPr sz="2800"/>
            </a:pPr>
            <a:r>
              <a:t>노동이 진정한 가치를 창조</a:t>
            </a:r>
          </a:p>
          <a:p>
            <a:pPr>
              <a:spcAft>
                <a:spcPts val="2000"/>
              </a:spcAft>
              <a:defRPr sz="2800"/>
            </a:pPr>
            <a:r>
              <a:t>플랫폼 성장의 수익을 공유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D700"/>
                </a:solidFill>
              </a:defRPr>
            </a:pPr>
            <a:r>
              <a:t>핵심 가치 - 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/>
            </a:pPr>
            <a:r>
              <a:t>플랫폼 지분 확보</a:t>
            </a:r>
          </a:p>
          <a:p>
            <a:pPr>
              <a:spcAft>
                <a:spcPts val="2000"/>
              </a:spcAft>
              <a:defRPr sz="2800"/>
            </a:pPr>
            <a:r>
              <a:t>블록체인 인증</a:t>
            </a:r>
          </a:p>
          <a:p>
            <a:pPr>
              <a:spcAft>
                <a:spcPts val="2000"/>
              </a:spcAft>
              <a:defRPr sz="2800"/>
            </a:pPr>
            <a:r>
              <a:t>무료 태스크 게시</a:t>
            </a:r>
          </a:p>
          <a:p>
            <a:pPr>
              <a:spcAft>
                <a:spcPts val="2000"/>
              </a:spcAft>
              <a:defRPr sz="2800"/>
            </a:pPr>
            <a:r>
              <a:t>태스크의 10% 보상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D700"/>
                </a:solidFill>
              </a:defRPr>
            </a:pPr>
            <a:r>
              <a:t>핵심 가치 - 개인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/>
            </a:pPr>
            <a:r>
              <a:t>영구적인 기여 기록</a:t>
            </a:r>
          </a:p>
          <a:p>
            <a:pPr>
              <a:spcAft>
                <a:spcPts val="2000"/>
              </a:spcAft>
              <a:defRPr sz="2800"/>
            </a:pPr>
            <a:r>
              <a:t>포인트로 상품 교환</a:t>
            </a:r>
          </a:p>
          <a:p>
            <a:pPr>
              <a:spcAft>
                <a:spcPts val="2000"/>
              </a:spcAft>
              <a:defRPr sz="2800"/>
            </a:pPr>
            <a:r>
              <a:t>노동이 가치를 창조</a:t>
            </a:r>
          </a:p>
          <a:p>
            <a:pPr>
              <a:spcAft>
                <a:spcPts val="2000"/>
              </a:spcAft>
              <a:defRPr sz="2800"/>
            </a:pPr>
            <a:r>
              <a:t>기술로 수익 창출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D700"/>
                </a:solidFill>
              </a:defRPr>
            </a:pPr>
            <a:r>
              <a:t>지분 구조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1143000">
                <a:tc>
                  <a:txBody>
                    <a:bodyPr/>
                    <a:lstStyle/>
                    <a:p>
                      <a:pPr algn="ctr">
                        <a:defRPr sz="2400" b="1"/>
                      </a:pPr>
                      <a:r>
                        <a:t>지분 보유자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 b="1"/>
                      </a:pPr>
                      <a:r>
                        <a:t>비율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 b="1"/>
                      </a:pPr>
                      <a:r>
                        <a:t>비고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팀원 수比例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개인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균등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개발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운영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D700"/>
                </a:solidFill>
              </a:defRPr>
            </a:pPr>
            <a:r>
              <a:t>지분 계산 방법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/>
            </a:pPr>
            <a:r>
              <a:t>팀 지분 = 50% x 팀 인원 / 전체</a:t>
            </a:r>
          </a:p>
          <a:p>
            <a:pPr>
              <a:spcAft>
                <a:spcPts val="2000"/>
              </a:spcAft>
              <a:defRPr sz="2800"/>
            </a:pPr>
            <a:r>
              <a:t>개인 지분 = 20% / 전체 인원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D700"/>
                </a:solidFill>
              </a:defRPr>
            </a:pPr>
            <a:r>
              <a:t>지분 예시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1143000">
                <a:tc>
                  <a:txBody>
                    <a:bodyPr/>
                    <a:lstStyle/>
                    <a:p>
                      <a:pPr algn="ctr">
                        <a:defRPr sz="2400" b="1"/>
                      </a:pPr>
                      <a:r>
                        <a:t>단계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 b="1"/>
                      </a:pPr>
                      <a:r>
                        <a:t>회원 수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 b="1"/>
                      </a:pPr>
                      <a:r>
                        <a:t>비율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 b="1"/>
                      </a:pPr>
                      <a:r>
                        <a:t>지분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初期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1K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5%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성장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10K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10%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성숙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100K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15%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D700"/>
                </a:solidFill>
              </a:defRPr>
            </a:pPr>
            <a:r>
              <a:t>팀 특권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1524000">
                <a:tc>
                  <a:txBody>
                    <a:bodyPr/>
                    <a:lstStyle/>
                    <a:p>
                      <a:pPr algn="ctr">
                        <a:defRPr sz="2400" b="1"/>
                      </a:pPr>
                      <a:r>
                        <a:t>기능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 b="1"/>
                      </a:pPr>
                      <a:r>
                        <a:t>팀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 b="1"/>
                      </a:pPr>
                      <a:r>
                        <a:t>개인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게시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무료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유료</a:t>
                      </a:r>
                    </a:p>
                  </a:txBody>
                  <a:tcPr/>
                </a:tc>
              </a:tr>
              <a:tr h="1524000"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보상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없음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D700"/>
                </a:solidFill>
              </a:defRPr>
            </a:pPr>
            <a:r>
              <a:t>포인트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/>
            </a:pPr>
            <a:r>
              <a:t>포인트 = 노동 가치</a:t>
            </a:r>
          </a:p>
          <a:p>
            <a:pPr>
              <a:spcAft>
                <a:spcPts val="2000"/>
              </a:spcAft>
              <a:defRPr sz="2800"/>
            </a:pPr>
            <a:r>
              <a:t>가치 = 최저임금 x 비율</a:t>
            </a:r>
          </a:p>
          <a:p>
            <a:pPr>
              <a:spcAft>
                <a:spcPts val="2000"/>
              </a:spcAft>
              <a:defRPr sz="2800"/>
            </a:pPr>
            <a:r>
              <a:t>태스크 및 몰에서 사용 가능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D700"/>
                </a:solidFill>
              </a:defRPr>
            </a:pPr>
            <a:r>
              <a:t>제네시스 인센티브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/>
            </a:pPr>
            <a:r>
              <a:t>최초 10개 팀 한정</a:t>
            </a:r>
          </a:p>
          <a:p>
            <a:pPr>
              <a:spcAft>
                <a:spcPts val="2000"/>
              </a:spcAft>
              <a:defRPr sz="2800"/>
            </a:pPr>
            <a:r>
              <a:t>50% 추가 지분</a:t>
            </a:r>
          </a:p>
          <a:p>
            <a:pPr>
              <a:spcAft>
                <a:spcPts val="2000"/>
              </a:spcAft>
              <a:defRPr sz="2800"/>
            </a:pPr>
            <a:r>
              <a:t>설립자 배지</a:t>
            </a:r>
          </a:p>
          <a:p>
            <a:pPr>
              <a:spcAft>
                <a:spcPts val="2000"/>
              </a:spcAft>
              <a:defRPr sz="2800"/>
            </a:pPr>
            <a:r>
              <a:t>조기 접근 권한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D700"/>
                </a:solidFill>
              </a:defRPr>
            </a:pPr>
            <a:r>
              <a:t>가치 추정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1143000">
                <a:tc>
                  <a:txBody>
                    <a:bodyPr/>
                    <a:lstStyle/>
                    <a:p>
                      <a:pPr algn="ctr">
                        <a:defRPr sz="2400" b="1"/>
                      </a:pPr>
                      <a:r>
                        <a:t>보유자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 b="1"/>
                      </a:pPr>
                      <a:r>
                        <a:t>지분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 b="1"/>
                      </a:pPr>
                      <a:r>
                        <a:t>가치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 b="1"/>
                      </a:pPr>
                      <a:r>
                        <a:t>월간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5억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900만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회원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2억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360만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개발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3억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540만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D700"/>
                </a:solidFill>
              </a:defRPr>
            </a:pPr>
            <a:r>
              <a:t>안전 보장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/>
            </a:pPr>
            <a:r>
              <a:t>활성 회원: 6개월内有 로그인</a:t>
            </a:r>
          </a:p>
          <a:p>
            <a:pPr>
              <a:spcAft>
                <a:spcPts val="2000"/>
              </a:spcAft>
              <a:defRPr sz="2800"/>
            </a:pPr>
            <a:r>
              <a:t>비활성 계정 자동 삭제</a:t>
            </a:r>
          </a:p>
          <a:p>
            <a:pPr>
              <a:spcAft>
                <a:spcPts val="2000"/>
              </a:spcAft>
              <a:defRPr sz="2800"/>
            </a:pPr>
            <a:r>
              <a:t>사진 인증 필요</a:t>
            </a:r>
          </a:p>
          <a:p>
            <a:pPr>
              <a:spcAft>
                <a:spcPts val="2000"/>
              </a:spcAft>
              <a:defRPr sz="2800"/>
            </a:pPr>
            <a:r>
              <a:t>이중 서명 확인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D700"/>
                </a:solidFill>
              </a:defRPr>
            </a:pPr>
            <a:r>
              <a:t>로드맵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2400" b="1"/>
                      </a:pPr>
                      <a:r>
                        <a:t>단계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 b="1"/>
                      </a:pPr>
                      <a:r>
                        <a:t>시점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 b="1"/>
                      </a:pPr>
                      <a:r>
                        <a:t>목표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제네시스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2026 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1만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선구자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2026 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10만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성장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2026 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100만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런칭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2027 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1000만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D700"/>
                </a:solidFill>
              </a:defRPr>
            </a:pPr>
            <a:r>
              <a:t>연락처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/>
            </a:pPr>
            <a:r>
              <a:t>모든 헌신을 기록하다</a:t>
            </a:r>
          </a:p>
          <a:p>
            <a:pPr>
              <a:spcAft>
                <a:spcPts val="2000"/>
              </a:spcAft>
              <a:defRPr sz="2800"/>
            </a:pPr>
            <a:r>
              <a:t>劳动에 가치를 부여하다</a:t>
            </a:r>
          </a:p>
          <a:p>
            <a:pPr>
              <a:spcAft>
                <a:spcPts val="2000"/>
              </a:spcAft>
              <a:defRPr sz="2800"/>
            </a:pPr>
            <a:r>
              <a:t>지금联系我们하세요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