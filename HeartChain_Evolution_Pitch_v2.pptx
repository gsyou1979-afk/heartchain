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HeartChain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자원봉사자의 삶을 바꾸는 블록체인 플랫폼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Pitch Deck v2.0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3840480"/>
            <a:ext cx="219456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886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블록체인 코인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0" y="3840480"/>
            <a:ext cx="219456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3886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위치기반 광고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3840480"/>
            <a:ext cx="219456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3886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광고 위치 설정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73152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제기 + 진화 방향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현재 문제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낮은 소득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자원봉사자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무보수 활동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2651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대학생 고충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졸업 요건 충족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보상 없음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97280" y="3657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위치 불일치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931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지역 광고 어려움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타겟팅 불가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3931920" cy="3931920"/>
          </a:xfrm>
          <a:prstGeom prst="rect">
            <a:avLst/>
          </a:prstGeom>
          <a:solidFill>
            <a:srgbClr val="FFF7ED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</a:rPr>
              <a:t>🚀 진화 방향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0" y="1645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✅ 블록체인 코인 생성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(미래 대비, Pi 모델)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4688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✅ 광고 위치 설정 시스템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(관리자 UI, 수익화)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291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✅ 위치기반 광고 발송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(LBS, 회원 정보 개선)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4114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✅ 회원 휴대폰/위치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(동의 기반, 정확한 타겟팅)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73152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기능 1: 블록체인 코인 생성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미래 대비 - Pi 코인 모델 참조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8288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1828800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네트워크 선택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이더리움/폴리곤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스마트 컨트랙트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1828800"/>
            <a:ext cx="18288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1828800"/>
            <a:ext cx="18288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874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코인 개발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265176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HeartChain 전용 코인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ERC-20/컨센서스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1828800"/>
            <a:ext cx="18288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1828800"/>
            <a:ext cx="182880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874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봉사 보상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265176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활동 → 코인 적립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지갑 시스템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40880" y="1828800"/>
            <a:ext cx="18288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1828800"/>
            <a:ext cx="182880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1874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생태계 완성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265176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메인넷 런칭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거래소 상장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⚠️ 규제 준수: 코인 판매 아님, 지분 가치 상승 모델 (Pi 코인 참조) - 규제 이슈 없음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73152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기능 2: 광고 위치 설정 시스템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hermes-webui 활용 관리자 대시보드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🏠 메인 페이지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상단 배너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사이드바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인피드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82880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📝 봉사기록 페이지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22860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기록 완료 팝업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2560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하단 배너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🎓 대학 대시보드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9319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관리자 배너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206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학생 대시보드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347472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2064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📱 모바일 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39319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푸시 알림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4206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인앱 배너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73152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기능 3: 위치기반 광고 발송 (LBS)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 정보 개선 + 휴대폰 GPS 활용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1148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411480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회원 정보 개선 (v2)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📱 휴대폰 번호 (필수)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🏠 주소 (시/도, 구/군, 상세)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📍 위치 정보 수집 동의 (GDPR/PIPA)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🎯 관심 지역 설정 (최대 3개)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39319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828800"/>
            <a:ext cx="393192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874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위치기반 타겟팅 엔진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🔴 실시간 위치: GPS 좌표 기반 반경 검색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🔵 등록 주소: 시/도, 구/군 매칭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🟢 하이브리드: GPS + 주소 결합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🎯 반경 설정: 예) 학교 반경 5km 내 광고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73152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진화된 비즈니스 모델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기존 + 신규 수익원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554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광고 수익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트래픽 즉시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로컬+위치기반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155448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114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40%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94560" y="1828800"/>
            <a:ext cx="1554480" cy="2560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프리미엄 광고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246888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7F4"/>
                </a:solidFill>
              </a:rPr>
              <a:t>위치 타겟팅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F7F4"/>
                </a:solidFill>
              </a:rPr>
              <a:t>고단가 광고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4114800"/>
            <a:ext cx="155448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4114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31920" y="1828800"/>
            <a:ext cx="1554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02336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작업 게시 수수료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0" y="246888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봉사자 대상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구인/과외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31920" y="4114800"/>
            <a:ext cx="15544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4114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0" y="1828800"/>
            <a:ext cx="1554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6072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데이터 판매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52160" y="246888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익명화된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위치/행동 데이터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4114800"/>
            <a:ext cx="155448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4114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06640" y="1828800"/>
            <a:ext cx="1554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지분 가치 상승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89520" y="246888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코인 생태계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엑시트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06640" y="4114800"/>
            <a:ext cx="155448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4114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73152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진화 로드맵 (Tech Roadmap)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0116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201168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1: 기반 구축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0-6개월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블록체인 기록 (기존)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회원정보 DB 확장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광고 위치 관리 UI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hermes-webui 통합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1828800"/>
            <a:ext cx="20116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1828800"/>
            <a:ext cx="201168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2: 위치기반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240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</a:rPr>
              <a:t>6-12개월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LBS 엔진 개발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위치 타겟팅 알고리즘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3464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지역 광고 시스템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3794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모바일 앱 프로토타입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828800"/>
            <a:ext cx="20116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828800"/>
            <a:ext cx="201168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3: 코인 생성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240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12-24개월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스마트 컨트랙트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코인 적립 시스템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지갑 시스템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3794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내부 테스트넷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40880" y="1828800"/>
            <a:ext cx="20116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0" y="1828800"/>
            <a:ext cx="2011680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4: 생태계 완성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2240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</a:rPr>
              <a:t>24개월+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23760" y="2560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메인넷 런칭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파트너십 확장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2376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코인 거래소 상장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23760" y="3794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엑시트 준비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73152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v2.0 (정량적 목표)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292608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18288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시기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대상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사용자 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신규 목표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6개월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1개 도시 (5개 대학)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20,000명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광고위치 10개, 회원정보 확장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전국 50개 대학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200,000명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위치기반 광고 런칭, 지역광고 수익화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글로벌 500개 대학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2,000,000명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코인 테스트넷 가동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전세계 주요 대학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10,000,000명+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메인넷 런칭, 엑시트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73152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gstack + self-evolution으로 자동 진화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방금 설치한 5개 스킬로 플랫폼 진화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5176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🧠 gstack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0F7F4"/>
                </a:solidFill>
              </a:rPr>
              <a:t>23개 전문가 역할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F7F4"/>
                </a:solidFill>
              </a:rPr>
              <a:t>체계적 디버깅, 스킬 생성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🚀 self-evolution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DSPy + GEPA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스킬/코드 자동 최적화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🧬 gbrain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지능형 브레인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세션 간 학습 관리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🖥️ hermes-webui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웹/폰 UI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관리자 대시보드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329184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6616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📚 awesome-hermes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3749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200+ 커뮤니티 스킬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베스트 프랙티스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투자 제안 (Evolution Edition)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2C39A"/>
                </a:solidFill>
              </a:rPr>
              <a:t>블록체인 + 위치기반 + 자동진화 = 독보적 경쟁력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블록체인 코인 생성 - 미래 대비 (Pi 모델, 규제 없음)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2697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위치기반 광고 - 정확한 타겟팅, 고단가 수익화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108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광고 위치 설정 - 관리자 UI, 즉시 수익화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520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자동 진화 시스템 - gstack, self-evolution으로 지속 개선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5개 스킬 설치 완료 - 지금 바로 진화 시작!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4572000"/>
            <a:ext cx="4572000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572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지금 투자하세요 - 자원봉사자의 삶을 바꾸는 혁신에 함께하세요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</a:rPr>
              <a:t>HeartChain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자원봉사자의 소득을 높여주는 혁신적인 플랫폼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93B"/>
                </a:solidFill>
              </a:rPr>
              <a:t>핵심 가치: 봉사자들의 삶을 개선하고, 사회적 임팩트를 비즈니스 가치로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3474720"/>
            <a:ext cx="164592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520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블록체인 코인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3474720"/>
            <a:ext cx="164592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3520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위치기반 광고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3474720"/>
            <a:ext cx="164592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3520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광고 위치 설정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3474720"/>
            <a:ext cx="164592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3520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자동 진화 시스템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0" y="4206240"/>
            <a:ext cx="457200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4297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문의: HeartChain Team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E: \WorkBuddy\heartchain\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진화 도구: gstack, gbrain, hermes-webui, awesome-hermes, self-evolution ✅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HeartChain Evolution Pitch Deck v2.0</dc:title>
  <dc:subject>PptxGenJS Presentation</dc:subject>
  <dc:creator>HeartChain Team</dc:creator>
  <cp:lastModifiedBy>HeartChain Team</cp:lastModifiedBy>
  <cp:revision>1</cp:revision>
  <dcterms:created xsi:type="dcterms:W3CDTF">2026-05-05T13:31:52Z</dcterms:created>
  <dcterms:modified xsi:type="dcterms:W3CDTF">2026-05-05T13:31:52Z</dcterms:modified>
</cp:coreProperties>
</file>